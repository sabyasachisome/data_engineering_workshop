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58"/>
  </p:normalViewPr>
  <p:slideViewPr>
    <p:cSldViewPr snapToGrid="0">
      <p:cViewPr>
        <p:scale>
          <a:sx n="136" d="100"/>
          <a:sy n="136" d="100"/>
        </p:scale>
        <p:origin x="216" y="-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70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5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060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90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82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12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2940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4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4/2/26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530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2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82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311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39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085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4/2/26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788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4/2/26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8850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470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4/2/26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3601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30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4/2/26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877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3280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4/2/26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191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4/2/26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9215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4/2/26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0823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9147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4/2/26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1568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4/2/26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7454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4/2/26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345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00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0435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2504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627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247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02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79920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79031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24009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286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48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2277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0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22903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88210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37943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17032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406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21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7629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51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  <p:sldLayoutId id="2147483722" r:id="rId22"/>
    <p:sldLayoutId id="2147483723" r:id="rId23"/>
    <p:sldLayoutId id="2147483724" r:id="rId24"/>
    <p:sldLayoutId id="2147483725" r:id="rId25"/>
    <p:sldLayoutId id="2147483726" r:id="rId26"/>
    <p:sldLayoutId id="2147483727" r:id="rId27"/>
    <p:sldLayoutId id="2147483728" r:id="rId28"/>
    <p:sldLayoutId id="2147483729" r:id="rId29"/>
    <p:sldLayoutId id="2147483730" r:id="rId30"/>
    <p:sldLayoutId id="2147483731" r:id="rId31"/>
    <p:sldLayoutId id="2147483732" r:id="rId32"/>
    <p:sldLayoutId id="2147483733" r:id="rId33"/>
    <p:sldLayoutId id="2147483734" r:id="rId34"/>
    <p:sldLayoutId id="2147483735" r:id="rId35"/>
    <p:sldLayoutId id="2147483736" r:id="rId36"/>
    <p:sldLayoutId id="2147483749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  <p:sldLayoutId id="2147483748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mailto:ubuntu@3.81.26.116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BB3DE-63C4-9181-FAA5-B63F0F835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/>
          <a:p>
            <a:r>
              <a:rPr lang="en-US" dirty="0"/>
              <a:t>Data Engineering using AWS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41EBD0-44A7-89A7-A619-95F5E537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>
            <a:normAutofit/>
          </a:bodyPr>
          <a:lstStyle/>
          <a:p>
            <a:r>
              <a:rPr lang="en-US" dirty="0"/>
              <a:t>Building Data Engineering Pipelines leveraging AWS Infrastructure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F2A36D7-F0AD-9113-E8B2-54A4813CBEA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19326" b="19326"/>
          <a:stretch>
            <a:fillRect/>
          </a:stretch>
        </p:blipFill>
        <p:spPr>
          <a:prstGeom prst="rect">
            <a:avLst/>
          </a:prstGeom>
          <a:blipFill dpi="0" rotWithShape="1">
            <a:blip r:embed="rId3">
              <a:alphaModFix amt="60000"/>
            </a:blip>
            <a:srcRect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92069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6B6F4-E54D-8DC0-AB3C-BBA7E6AA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the Infra ready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AE0C8-2E3E-1FD7-9E1F-6080E9009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EC2-1 (SFTP) IP = &lt;EC2_1_IP&gt;</a:t>
            </a:r>
            <a:br>
              <a:rPr lang="en-IN" dirty="0"/>
            </a:br>
            <a:r>
              <a:rPr lang="en-IN" dirty="0"/>
              <a:t>EC2-2 (Ingest) IP = &lt;EC2_2_IP&gt;</a:t>
            </a:r>
            <a:br>
              <a:rPr lang="en-IN" dirty="0"/>
            </a:br>
            <a:r>
              <a:rPr lang="en-IN" dirty="0"/>
              <a:t>Key file = </a:t>
            </a:r>
            <a:r>
              <a:rPr lang="en-IN" dirty="0" err="1"/>
              <a:t>key.pem</a:t>
            </a:r>
            <a:br>
              <a:rPr lang="en-IN" dirty="0"/>
            </a:br>
            <a:r>
              <a:rPr lang="en-IN" dirty="0"/>
              <a:t>User (Ubuntu) = ubuntu</a:t>
            </a:r>
          </a:p>
          <a:p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258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35E61-F39A-E529-18B9-883DB9AA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1️⃣ Local → EC2-1 (SFTP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B03D2-B7C7-9547-FCBD-A66FF555E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From your laptop:</a:t>
            </a:r>
          </a:p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4339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1D5D3-EEC3-8075-AA90-2D1640895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2️⃣ Local → EC2-2 (Ingestion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FD773-3262-5A3B-3ADC-89A470E3A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527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9EA43-5404-5301-E334-ACD90195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3️⃣ Copy </a:t>
            </a:r>
            <a:r>
              <a:rPr lang="en-IN" dirty="0" err="1"/>
              <a:t>key.pem</a:t>
            </a:r>
            <a:r>
              <a:rPr lang="en-IN" dirty="0"/>
              <a:t> → EC2-2 (VERY IMPORTANT)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C5C3-4B3D-1915-1E1D-01B12AA8B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scp</a:t>
            </a:r>
            <a:r>
              <a:rPr lang="en-IN" dirty="0"/>
              <a:t>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ubuntu@&lt;EC2_2_IP&gt;:/home/ubuntu/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217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6E57-DAE0-E20D-150C-FE715F2C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4️⃣ Set permissions on EC2-2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30A5B-4E01-E25A-CCE5-FDEBB1D74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SSH into EC2-2 first: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Then:</a:t>
            </a:r>
          </a:p>
          <a:p>
            <a:pPr marL="0" indent="0">
              <a:buNone/>
            </a:pPr>
            <a:r>
              <a:rPr lang="en-IN" dirty="0" err="1"/>
              <a:t>chmod</a:t>
            </a:r>
            <a:r>
              <a:rPr lang="en-IN" dirty="0"/>
              <a:t> 400 </a:t>
            </a:r>
            <a:r>
              <a:rPr lang="en-IN" dirty="0" err="1"/>
              <a:t>key.pem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56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2FA2A-C0C7-C1F8-57E0-14680C4F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21A2-DF12-3A32-CE75-6333C53E5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</a:p>
          <a:p>
            <a:pPr marL="0" indent="0">
              <a:buNone/>
            </a:pPr>
            <a:r>
              <a:rPr lang="en-IN" dirty="0"/>
              <a:t>First time it will ask:</a:t>
            </a:r>
          </a:p>
          <a:p>
            <a:r>
              <a:rPr lang="en-IN" dirty="0"/>
              <a:t>Are you sure you want to continue connecting (yes/no)?</a:t>
            </a:r>
          </a:p>
          <a:p>
            <a:pPr marL="0" indent="0">
              <a:buNone/>
            </a:pPr>
            <a:r>
              <a:rPr lang="en-IN" dirty="0"/>
              <a:t>Type: yes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355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728E-5C68-D118-9177-9C7A8A90C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🧠 Best practice (recommended)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38AA8-A17F-F490-BBF9-AC100062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ubuntu@&lt;EC2_1_PRIVATE_IP&gt;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402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C31EF-CF97-6BE7-7698-D7FA78AC0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🏗️ Final connectivity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5DC9E-1549-3CEA-BD6F-725F09B19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Local</a:t>
            </a:r>
            <a:br>
              <a:rPr lang="en-IN" dirty="0"/>
            </a:br>
            <a:r>
              <a:rPr lang="en-IN" dirty="0"/>
              <a:t>├── SSH → EC2-1 ✅</a:t>
            </a:r>
            <a:br>
              <a:rPr lang="en-IN" dirty="0"/>
            </a:br>
            <a:r>
              <a:rPr lang="en-IN" dirty="0"/>
              <a:t>└── SSH → EC2-2 ✅</a:t>
            </a:r>
            <a:br>
              <a:rPr lang="en-IN" dirty="0"/>
            </a:br>
            <a:br>
              <a:rPr lang="en-IN" dirty="0"/>
            </a:br>
            <a:r>
              <a:rPr lang="en-IN" dirty="0"/>
              <a:t>EC2-2</a:t>
            </a:r>
            <a:br>
              <a:rPr lang="en-IN" dirty="0"/>
            </a:br>
            <a:r>
              <a:rPr lang="en-IN" dirty="0"/>
              <a:t>└── SSH → EC2-1 ✅</a:t>
            </a:r>
          </a:p>
          <a:p>
            <a:r>
              <a:rPr lang="en-IN" dirty="0"/>
              <a:t>What you’ve completed</a:t>
            </a:r>
          </a:p>
          <a:p>
            <a:r>
              <a:rPr lang="en-IN" dirty="0"/>
              <a:t>✔ EC2-1 (SFTP) ready</a:t>
            </a:r>
            <a:br>
              <a:rPr lang="en-IN" dirty="0"/>
            </a:br>
            <a:r>
              <a:rPr lang="en-IN" dirty="0"/>
              <a:t>✔ EC2-2 (Ingestion + MySQL) ready</a:t>
            </a:r>
            <a:br>
              <a:rPr lang="en-IN" dirty="0"/>
            </a:br>
            <a:r>
              <a:rPr lang="en-IN" dirty="0"/>
              <a:t>✔ SSH working:</a:t>
            </a:r>
            <a:br>
              <a:rPr lang="en-IN" dirty="0"/>
            </a:br>
            <a:r>
              <a:rPr lang="en-IN" dirty="0"/>
              <a:t>local → EC2-1</a:t>
            </a:r>
            <a:br>
              <a:rPr lang="en-IN" dirty="0"/>
            </a:br>
            <a:r>
              <a:rPr lang="en-IN" dirty="0"/>
              <a:t>local → EC2-2</a:t>
            </a:r>
            <a:br>
              <a:rPr lang="en-IN" dirty="0"/>
            </a:br>
            <a:r>
              <a:rPr lang="en-IN" dirty="0"/>
              <a:t>EC2-2 → EC2-1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42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1C216-D789-2227-426B-6554AFB0E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Prepare SFTP data (EC2-1)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AB22-FBB2-58D6-EEB5-5698A23E3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into EC2-1: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 err="1"/>
              <a:t>mkdir</a:t>
            </a:r>
            <a:r>
              <a:rPr lang="en-IN" dirty="0"/>
              <a:t> -p ~/sftp-drop</a:t>
            </a:r>
          </a:p>
          <a:p>
            <a:pPr marL="0" indent="0">
              <a:buNone/>
            </a:pPr>
            <a:r>
              <a:rPr lang="en-IN" dirty="0"/>
              <a:t>echo "</a:t>
            </a:r>
            <a:r>
              <a:rPr lang="en-IN" dirty="0" err="1"/>
              <a:t>id,name,salary</a:t>
            </a:r>
            <a:r>
              <a:rPr lang="en-IN" dirty="0"/>
              <a:t>" 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"1,John,50000" &gt;&gt;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"2,Sarah,60000" &gt;&gt; ~/sftp-drop/</a:t>
            </a:r>
            <a:r>
              <a:rPr lang="en-IN" dirty="0" err="1"/>
              <a:t>hr_data.csv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36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0BD97-E556-0B9A-AE3A-B9CBFBB2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Setup MySQL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0161E-45D6-D271-58FE-E06B9C343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IN" sz="2500" b="1" u="sng" dirty="0"/>
              <a:t>SSH into EC2-2: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r>
              <a:rPr lang="en-IN" sz="3000" b="1" u="sng" dirty="0"/>
              <a:t>Start MySQL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r>
              <a:rPr lang="en-IN" sz="3000" b="1" u="sng" dirty="0"/>
              <a:t>Create DB + user</a:t>
            </a:r>
          </a:p>
          <a:p>
            <a:pPr marL="0" indent="0">
              <a:buNone/>
            </a:pPr>
            <a:r>
              <a:rPr lang="en-IN" dirty="0"/>
              <a:t>CREATE DATABASE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USER '</a:t>
            </a:r>
            <a:r>
              <a:rPr lang="en-IN" dirty="0" err="1"/>
              <a:t>de_user'@'localhost</a:t>
            </a:r>
            <a:r>
              <a:rPr lang="en-IN" dirty="0"/>
              <a:t>' IDENTIFIED BY '</a:t>
            </a:r>
            <a:r>
              <a:rPr lang="en-IN" dirty="0" err="1"/>
              <a:t>de_password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GRANT ALL PRIVILEGES ON </a:t>
            </a:r>
            <a:r>
              <a:rPr lang="en-IN" dirty="0" err="1"/>
              <a:t>data_engineering</a:t>
            </a:r>
            <a:r>
              <a:rPr lang="en-IN" dirty="0"/>
              <a:t>.* TO '</a:t>
            </a:r>
            <a:r>
              <a:rPr lang="en-IN" dirty="0" err="1"/>
              <a:t>de_user'@'localhost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FLUSH PRIVILEGES;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sz="3000" b="1" u="sng" dirty="0"/>
              <a:t>Create table</a:t>
            </a:r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TABLE employees (</a:t>
            </a:r>
            <a:br>
              <a:rPr lang="en-IN" dirty="0"/>
            </a:br>
            <a:r>
              <a:rPr lang="en-IN" dirty="0"/>
              <a:t>id INT,</a:t>
            </a:r>
            <a:br>
              <a:rPr lang="en-IN" dirty="0"/>
            </a:br>
            <a:r>
              <a:rPr lang="en-IN" dirty="0"/>
              <a:t>name VARCHAR(100),</a:t>
            </a:r>
            <a:br>
              <a:rPr lang="en-IN" dirty="0"/>
            </a:br>
            <a:r>
              <a:rPr lang="en-IN" dirty="0"/>
              <a:t>salary INT</a:t>
            </a:r>
            <a:br>
              <a:rPr lang="en-IN" dirty="0"/>
            </a:b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exit;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71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FBE15-CCAF-1D0B-3FC4-FA5E32915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Install Python libs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09BF-8566-9E0D-E011-E1CFBAA55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/>
              <a:t>Use below command to install dependencies now:</a:t>
            </a:r>
          </a:p>
          <a:p>
            <a:r>
              <a:rPr lang="en-IN" dirty="0"/>
              <a:t>pip3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Ubuntu now </a:t>
            </a:r>
            <a:r>
              <a:rPr lang="en-IN" b="1" dirty="0"/>
              <a:t>blocks global pip installs</a:t>
            </a:r>
            <a:r>
              <a:rPr lang="en-IN" dirty="0"/>
              <a:t> to protect system Python.</a:t>
            </a:r>
          </a:p>
          <a:p>
            <a:pPr marL="0" indent="0">
              <a:buNone/>
            </a:pPr>
            <a:r>
              <a:rPr lang="en-IN" dirty="0"/>
              <a:t>Because System Python is managed by OS (apt), hence to prevent pip install breaking system packages used by OS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 resolutions:</a:t>
            </a:r>
          </a:p>
          <a:p>
            <a:pPr marL="0" indent="0">
              <a:buNone/>
            </a:pPr>
            <a:br>
              <a:rPr lang="en-IN" dirty="0"/>
            </a:br>
            <a:r>
              <a:rPr lang="en-IN" dirty="0"/>
              <a:t>    1. </a:t>
            </a:r>
            <a:r>
              <a:rPr lang="en-IN" b="1" dirty="0"/>
              <a:t>Use Virtual Environment (</a:t>
            </a:r>
            <a:r>
              <a:rPr lang="en-IN" b="1" dirty="0" err="1"/>
              <a:t>venv</a:t>
            </a:r>
            <a:r>
              <a:rPr lang="en-IN" b="1" dirty="0"/>
              <a:t>)</a:t>
            </a:r>
          </a:p>
          <a:p>
            <a:pPr marL="0" indent="0">
              <a:buNone/>
            </a:pPr>
            <a:r>
              <a:rPr lang="en-IN" dirty="0"/>
              <a:t>python3 -m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venv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python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    </a:t>
            </a:r>
            <a:r>
              <a:rPr lang="en-IN" dirty="0"/>
              <a:t>2. Quick hack: pip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r>
              <a:rPr lang="en-IN" dirty="0"/>
              <a:t> --break-system-packages</a:t>
            </a:r>
            <a:endParaRPr lang="en-IN" b="1" dirty="0"/>
          </a:p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paramiko</a:t>
            </a:r>
            <a:r>
              <a:rPr lang="en-US" dirty="0"/>
              <a:t> pandas </a:t>
            </a:r>
            <a:r>
              <a:rPr lang="en-US" dirty="0" err="1"/>
              <a:t>pymysql</a:t>
            </a:r>
            <a:r>
              <a:rPr lang="en-US" dirty="0"/>
              <a:t> --break-system-packages</a:t>
            </a:r>
          </a:p>
        </p:txBody>
      </p:sp>
    </p:spTree>
    <p:extLst>
      <p:ext uri="{BB962C8B-B14F-4D97-AF65-F5344CB8AC3E}">
        <p14:creationId xmlns:p14="http://schemas.microsoft.com/office/powerpoint/2010/main" val="496543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0482-FA7A-68EB-E6A7-1213BF8DD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Create ingestion script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E9BA0-5B89-1004-8492-604481ED4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1118937"/>
            <a:ext cx="10760900" cy="5190423"/>
          </a:xfrm>
        </p:spPr>
        <p:txBody>
          <a:bodyPr/>
          <a:lstStyle/>
          <a:p>
            <a:pPr marL="0" indent="0">
              <a:buNone/>
            </a:pPr>
            <a:br>
              <a:rPr lang="en-US" dirty="0"/>
            </a:b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0D19A7-6240-DB65-669B-B88F6BC02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653" y="1114769"/>
            <a:ext cx="6136105" cy="550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48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D43F-B8C7-C961-BB57-2D8BBD5F7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Run pipeline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0CB6F-C6AC-289F-EF7E-7190DCA03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682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9777-9256-987B-4955-2F8FF7CB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Verify data: Very Important Step in Data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7FE28-8DD9-4D1E-971B-F942BE66B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//login to ec2-1- sftp server</a:t>
            </a:r>
          </a:p>
          <a:p>
            <a:pPr marL="0" indent="0">
              <a:buNone/>
            </a:pP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ec2_sftp_keys.pem </a:t>
            </a:r>
            <a:r>
              <a:rPr lang="en-US" dirty="0">
                <a:hlinkClick r:id="rId2"/>
              </a:rPr>
              <a:t>ubuntu@3.81.26.116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//login to </a:t>
            </a:r>
            <a:r>
              <a:rPr lang="en-US" dirty="0" err="1"/>
              <a:t>mysql</a:t>
            </a:r>
            <a:endParaRPr lang="en-US" dirty="0"/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SELECT * FROM employees;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535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7418-313B-6A80-F9E7-572D88985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through MySQL tool(Mac)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DE486-8A3C-2665-396D-A58117E96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Option 1:  </a:t>
            </a:r>
            <a:r>
              <a:rPr lang="en-IN" u="sng" dirty="0" err="1"/>
              <a:t>Tunneling</a:t>
            </a:r>
            <a:br>
              <a:rPr lang="en-IN" dirty="0"/>
            </a:b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key.pem</a:t>
            </a:r>
            <a:r>
              <a:rPr lang="en-US" dirty="0"/>
              <a:t> -L 3307:localhost:3306 ubuntu@&lt;EC2_IP&gt; -N</a:t>
            </a:r>
          </a:p>
          <a:p>
            <a:pPr marL="0" indent="0">
              <a:buNone/>
            </a:pPr>
            <a:r>
              <a:rPr lang="en-IN" dirty="0"/>
              <a:t>Then on your laptop:</a:t>
            </a:r>
            <a:br>
              <a:rPr lang="en-IN" dirty="0"/>
            </a:br>
            <a:r>
              <a:rPr lang="en-US" dirty="0" err="1"/>
              <a:t>mysql</a:t>
            </a:r>
            <a:r>
              <a:rPr lang="en-US" dirty="0"/>
              <a:t> -h 127.0.0.1 -P 3307 -u </a:t>
            </a:r>
            <a:r>
              <a:rPr lang="en-US" dirty="0" err="1"/>
              <a:t>de_user</a:t>
            </a:r>
            <a:r>
              <a:rPr lang="en-US" dirty="0"/>
              <a:t> –p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Option 2: </a:t>
            </a:r>
            <a:r>
              <a:rPr lang="en-IN" u="sng" dirty="0"/>
              <a:t>Use Web-based DB tools </a:t>
            </a:r>
            <a:endParaRPr lang="en-IN" b="1" u="sng" dirty="0"/>
          </a:p>
          <a:p>
            <a:pPr marL="0" indent="0">
              <a:buNone/>
            </a:pPr>
            <a:r>
              <a:rPr lang="en-IN" dirty="0"/>
              <a:t>On EC2 type below commands: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apt install </a:t>
            </a:r>
            <a:r>
              <a:rPr lang="en-IN" dirty="0" err="1"/>
              <a:t>php</a:t>
            </a:r>
            <a:r>
              <a:rPr lang="en-IN" dirty="0"/>
              <a:t> </a:t>
            </a:r>
            <a:r>
              <a:rPr lang="en-IN" dirty="0" err="1"/>
              <a:t>php-mysql</a:t>
            </a:r>
            <a:r>
              <a:rPr lang="en-IN" dirty="0"/>
              <a:t> -y</a:t>
            </a:r>
          </a:p>
          <a:p>
            <a:pPr marL="0" indent="0">
              <a:buNone/>
            </a:pPr>
            <a:r>
              <a:rPr lang="en-IN" dirty="0"/>
              <a:t>cd /var/www/html</a:t>
            </a:r>
            <a:br>
              <a:rPr lang="en-IN" dirty="0"/>
            </a:b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wget</a:t>
            </a:r>
            <a:r>
              <a:rPr lang="en-IN" dirty="0"/>
              <a:t> https://</a:t>
            </a:r>
            <a:r>
              <a:rPr lang="en-IN" dirty="0" err="1"/>
              <a:t>www.adminer.org</a:t>
            </a:r>
            <a:r>
              <a:rPr lang="en-IN" dirty="0"/>
              <a:t>/</a:t>
            </a:r>
            <a:r>
              <a:rPr lang="en-IN" dirty="0" err="1"/>
              <a:t>latest.php</a:t>
            </a:r>
            <a:r>
              <a:rPr lang="en-IN" dirty="0"/>
              <a:t> -O </a:t>
            </a:r>
            <a:r>
              <a:rPr lang="en-IN" dirty="0" err="1"/>
              <a:t>adminer.php</a:t>
            </a:r>
            <a:br>
              <a:rPr lang="en-IN" dirty="0"/>
            </a:br>
            <a:endParaRPr lang="en-IN" dirty="0"/>
          </a:p>
          <a:p>
            <a:pPr marL="0" indent="0">
              <a:buNone/>
            </a:pPr>
            <a:r>
              <a:rPr lang="en-IN" dirty="0"/>
              <a:t>Then, open in browser: http://&lt;EC2_IP&gt;/</a:t>
            </a:r>
            <a:r>
              <a:rPr lang="en-IN" dirty="0" err="1"/>
              <a:t>adminer.php</a:t>
            </a:r>
            <a:r>
              <a:rPr lang="en-IN" dirty="0"/>
              <a:t>(credentials in slide 11)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411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71866-4330-AD07-37C9-5C4F3053F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STEP-BY-STEP: CloudWatch Logging Integration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CE7FD-7E02-FD44-C22A-2ADCADB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234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88617-3702-DA58-3C43-83925F4B4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1: Install required libraries (EC2)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0B28A-15CC-B843-8C7B-2A7EBB854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Below pip install line can be added in ec2 starter script, or run in ec2- server standalone:</a:t>
            </a:r>
          </a:p>
          <a:p>
            <a:pPr marL="0" indent="0">
              <a:buNone/>
            </a:pPr>
            <a:r>
              <a:rPr lang="en-US" dirty="0"/>
              <a:t>pip3 install watchtower boto3 --break-system-packages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Boto3: </a:t>
            </a:r>
            <a:r>
              <a:rPr lang="en-IN" dirty="0"/>
              <a:t>watchtower uses boto3 internally</a:t>
            </a:r>
          </a:p>
          <a:p>
            <a:pPr marL="0" indent="0">
              <a:buNone/>
            </a:pPr>
            <a:r>
              <a:rPr lang="en-US" dirty="0"/>
              <a:t>Shortcut to add region:</a:t>
            </a:r>
          </a:p>
          <a:p>
            <a:pPr marL="0" indent="0">
              <a:buNone/>
            </a:pPr>
            <a:r>
              <a:rPr lang="en-IN" dirty="0"/>
              <a:t>export AWS_DEFAULT_REGION=us-east-1</a:t>
            </a:r>
          </a:p>
          <a:p>
            <a:pPr marL="0" indent="0">
              <a:buNone/>
            </a:pPr>
            <a:r>
              <a:rPr lang="en-US" b="1" dirty="0"/>
              <a:t>Watchtower: </a:t>
            </a:r>
            <a:r>
              <a:rPr lang="en-IN" dirty="0"/>
              <a:t>used for creating the logger in AWS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Alternatively, add below lines to </a:t>
            </a:r>
            <a:r>
              <a:rPr lang="en-IN" dirty="0" err="1"/>
              <a:t>ingest.py</a:t>
            </a:r>
            <a:endParaRPr lang="en-IN" dirty="0"/>
          </a:p>
          <a:p>
            <a:r>
              <a:rPr lang="en-IN" dirty="0"/>
              <a:t>import boto3</a:t>
            </a:r>
          </a:p>
          <a:p>
            <a:r>
              <a:rPr lang="en-IN" dirty="0"/>
              <a:t>boto3.setup_default_session(</a:t>
            </a:r>
            <a:r>
              <a:rPr lang="en-IN" dirty="0" err="1"/>
              <a:t>region_name</a:t>
            </a:r>
            <a:r>
              <a:rPr lang="en-IN" dirty="0"/>
              <a:t>="us-east-1")</a:t>
            </a:r>
          </a:p>
          <a:p>
            <a:pPr marL="0" indent="0">
              <a:buNone/>
            </a:pPr>
            <a:r>
              <a:rPr lang="en-IN" dirty="0"/>
              <a:t>🧠 Why needed?</a:t>
            </a:r>
          </a:p>
          <a:p>
            <a:pPr marL="0" indent="0">
              <a:buNone/>
            </a:pPr>
            <a:r>
              <a:rPr lang="en-US" dirty="0"/>
              <a:t>CloudWatch is region-specific → boto3 needs region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599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F3B3B-6492-C804-0082-973865647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2: Add logging in your Python script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10EC-3B66-7747-EF2E-71C106327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Create logger:</a:t>
            </a:r>
          </a:p>
          <a:p>
            <a:pPr marL="0" indent="0">
              <a:buNone/>
            </a:pPr>
            <a:r>
              <a:rPr lang="en-US" dirty="0"/>
              <a:t>from datetime import datetime</a:t>
            </a:r>
          </a:p>
          <a:p>
            <a:pPr marL="0" indent="0">
              <a:buNone/>
            </a:pPr>
            <a:r>
              <a:rPr lang="en-US" dirty="0"/>
              <a:t>import logging</a:t>
            </a:r>
          </a:p>
          <a:p>
            <a:pPr marL="0" indent="0">
              <a:buNone/>
            </a:pPr>
            <a:r>
              <a:rPr lang="en-US" dirty="0"/>
              <a:t>timestamp = </a:t>
            </a:r>
            <a:r>
              <a:rPr lang="en-US" dirty="0" err="1"/>
              <a:t>datetime.now</a:t>
            </a:r>
            <a:r>
              <a:rPr lang="en-US" dirty="0"/>
              <a:t>().</a:t>
            </a:r>
            <a:r>
              <a:rPr lang="en-US" dirty="0" err="1"/>
              <a:t>strftime</a:t>
            </a:r>
            <a:r>
              <a:rPr lang="en-US" dirty="0"/>
              <a:t>("%</a:t>
            </a:r>
            <a:r>
              <a:rPr lang="en-US" dirty="0" err="1"/>
              <a:t>Y%m%d</a:t>
            </a:r>
            <a:r>
              <a:rPr lang="en-US" dirty="0"/>
              <a:t>_%H%M%S")</a:t>
            </a:r>
          </a:p>
          <a:p>
            <a:pPr marL="0" indent="0">
              <a:buNone/>
            </a:pPr>
            <a:r>
              <a:rPr lang="en-US" dirty="0" err="1"/>
              <a:t>log_stream</a:t>
            </a:r>
            <a:r>
              <a:rPr lang="en-US" dirty="0"/>
              <a:t> = </a:t>
            </a:r>
            <a:r>
              <a:rPr lang="en-US" dirty="0" err="1"/>
              <a:t>f”employee_pipeline</a:t>
            </a:r>
            <a:r>
              <a:rPr lang="en-US" dirty="0"/>
              <a:t>_{timestamp}"</a:t>
            </a:r>
          </a:p>
          <a:p>
            <a:pPr marL="0" indent="0">
              <a:buNone/>
            </a:pPr>
            <a:r>
              <a:rPr lang="en-US" dirty="0" err="1"/>
              <a:t>log_group</a:t>
            </a:r>
            <a:r>
              <a:rPr lang="en-US" dirty="0"/>
              <a:t> = "</a:t>
            </a:r>
            <a:r>
              <a:rPr lang="en-US" dirty="0" err="1"/>
              <a:t>data_engineering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dirty="0"/>
              <a:t>logger = </a:t>
            </a:r>
            <a:r>
              <a:rPr lang="en-US" dirty="0" err="1"/>
              <a:t>logging.getLogger</a:t>
            </a:r>
            <a:r>
              <a:rPr lang="en-US" dirty="0"/>
              <a:t>(</a:t>
            </a:r>
            <a:r>
              <a:rPr lang="en-US" dirty="0" err="1"/>
              <a:t>log_stream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logger.setLevel</a:t>
            </a:r>
            <a:r>
              <a:rPr lang="en-US" dirty="0"/>
              <a:t>(</a:t>
            </a:r>
            <a:r>
              <a:rPr lang="en-US" dirty="0" err="1"/>
              <a:t>logging.INFO</a:t>
            </a:r>
            <a:r>
              <a:rPr lang="en-US" dirty="0"/>
              <a:t>)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Add CloudWatch handler:</a:t>
            </a:r>
          </a:p>
          <a:p>
            <a:pPr marL="0" indent="0">
              <a:buNone/>
            </a:pPr>
            <a:r>
              <a:rPr lang="en-IN" dirty="0" err="1"/>
              <a:t>logger.addHandler</a:t>
            </a:r>
            <a:r>
              <a:rPr lang="en-IN" dirty="0"/>
              <a:t>(</a:t>
            </a:r>
            <a:r>
              <a:rPr lang="en-IN" dirty="0" err="1"/>
              <a:t>watchtower.CloudWatchLogHandler</a:t>
            </a:r>
            <a:r>
              <a:rPr lang="en-IN" dirty="0"/>
              <a:t>(</a:t>
            </a:r>
            <a:r>
              <a:rPr lang="en-IN" dirty="0" err="1"/>
              <a:t>log_group</a:t>
            </a:r>
            <a:r>
              <a:rPr lang="en-IN" dirty="0"/>
              <a:t>=</a:t>
            </a:r>
            <a:r>
              <a:rPr lang="en-IN" dirty="0" err="1"/>
              <a:t>log_group</a:t>
            </a:r>
            <a:r>
              <a:rPr lang="en-IN" dirty="0"/>
              <a:t>, </a:t>
            </a:r>
            <a:r>
              <a:rPr lang="en-IN" dirty="0" err="1"/>
              <a:t>stream_name</a:t>
            </a:r>
            <a:r>
              <a:rPr lang="en-IN" dirty="0"/>
              <a:t>=</a:t>
            </a:r>
            <a:r>
              <a:rPr lang="en-IN" dirty="0" err="1"/>
              <a:t>log_stream</a:t>
            </a:r>
            <a:r>
              <a:rPr lang="en-IN" dirty="0"/>
              <a:t>))</a:t>
            </a:r>
          </a:p>
          <a:p>
            <a:pPr marL="0" indent="0">
              <a:buNone/>
            </a:pPr>
            <a:r>
              <a:rPr lang="en-IN" dirty="0" err="1"/>
              <a:t>logger.info</a:t>
            </a:r>
            <a:r>
              <a:rPr lang="en-IN" dirty="0"/>
              <a:t>("Pipeline started")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71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02E2D-0D3A-6B0A-EE68-EF2FA25A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3: Create IAM Role (CRITICAL)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92142-C712-085B-5EC9-59BF80D1C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🔹 Go to IAM → Create Role</a:t>
            </a:r>
          </a:p>
          <a:p>
            <a:r>
              <a:rPr lang="en-IN" dirty="0"/>
              <a:t>Trusted entity type → AWS Service</a:t>
            </a:r>
          </a:p>
          <a:p>
            <a:r>
              <a:rPr lang="en-IN" dirty="0"/>
              <a:t>Use Case → EC2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Attach policy: </a:t>
            </a:r>
            <a:r>
              <a:rPr lang="en-IN" dirty="0" err="1"/>
              <a:t>CloudWatchAgentServerPolicy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Name: </a:t>
            </a:r>
            <a:r>
              <a:rPr lang="en-IN" dirty="0"/>
              <a:t>ec2-cloudwatch-role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9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5092-B852-484C-01F6-29B9A0C40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4: Attach IAM Role to EC2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84FF8-964F-EEA7-46B6-2586420C9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Go to:</a:t>
            </a:r>
          </a:p>
          <a:p>
            <a:r>
              <a:rPr lang="en-IN" dirty="0"/>
              <a:t>EC2 → Instance → Actions → Security → Modify IAM Role 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Select: ec2-cloudwatch-role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b="1" dirty="0"/>
              <a:t>🧠 Why needed?</a:t>
            </a:r>
          </a:p>
          <a:p>
            <a:r>
              <a:rPr lang="en-IN" dirty="0"/>
              <a:t>boto3 needs credentials → IAM role provides temporary credentials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45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0AAD7-0D88-720C-8A15-C6B64DBF6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5: Run the pipeline and verify the logs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BAF66-35C1-B2C5-E59A-32551C92D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Run: </a:t>
            </a:r>
          </a:p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Go to:</a:t>
            </a:r>
          </a:p>
          <a:p>
            <a:pPr marL="0" indent="0">
              <a:buNone/>
            </a:pPr>
            <a:r>
              <a:rPr lang="en-IN" dirty="0"/>
              <a:t>CloudWatch → Log groups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Select correct region:</a:t>
            </a:r>
          </a:p>
          <a:p>
            <a:r>
              <a:rPr lang="en-IN" dirty="0"/>
              <a:t>US East (N. Virginia) → us-east-1</a:t>
            </a:r>
          </a:p>
          <a:p>
            <a:r>
              <a:rPr lang="en-IN" b="1" dirty="0"/>
              <a:t>🔹 Find:</a:t>
            </a:r>
          </a:p>
          <a:p>
            <a:pPr marL="0" indent="0">
              <a:buNone/>
            </a:pPr>
            <a:r>
              <a:rPr lang="en-IN" dirty="0" err="1"/>
              <a:t>data_engineering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🔹 Inside:</a:t>
            </a:r>
          </a:p>
          <a:p>
            <a:r>
              <a:rPr lang="en-IN" dirty="0" err="1"/>
              <a:t>pipeline_run</a:t>
            </a:r>
            <a:r>
              <a:rPr lang="en-IN" dirty="0"/>
              <a:t> → logs visible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617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AB731-20E5-EE55-251E-8A4983330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CloudWatch → Alarm → SNS → Email</a:t>
            </a:r>
            <a:br>
              <a:rPr lang="en-IN" dirty="0"/>
            </a:br>
            <a:r>
              <a:rPr lang="en-IN" sz="1800" dirty="0"/>
              <a:t>Step A: Send logs from EC2 → CloudWatch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7C42E-31F5-E27A-4A25-3FFA4ACEB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logging error statement in python script:</a:t>
            </a:r>
            <a:br>
              <a:rPr lang="en-US" dirty="0"/>
            </a:br>
            <a:r>
              <a:rPr lang="en-IN" dirty="0" err="1"/>
              <a:t>logger.error</a:t>
            </a:r>
            <a:r>
              <a:rPr lang="en-IN" dirty="0"/>
              <a:t>("TEST ERROR")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6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3A1E0-9DA9-A7B1-08B3-E8005CC52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2: Create Metric Filter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A17DE-7A6D-17D4-1713-1E2150B58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Go to: CloudWatch → Log groups → </a:t>
            </a:r>
            <a:r>
              <a:rPr lang="en-IN" dirty="0" err="1"/>
              <a:t>data_engineering_logs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Create metric filter </a:t>
            </a:r>
          </a:p>
          <a:p>
            <a:pPr marL="0" indent="0">
              <a:buNone/>
            </a:pPr>
            <a:r>
              <a:rPr lang="en-IN" dirty="0"/>
              <a:t>Pattern:  %ERROR%</a:t>
            </a:r>
          </a:p>
          <a:p>
            <a:r>
              <a:rPr lang="en-IN" dirty="0"/>
              <a:t>Metric namespace: </a:t>
            </a:r>
            <a:r>
              <a:rPr lang="en-IN" dirty="0" err="1"/>
              <a:t>ingestion_pipeline</a:t>
            </a:r>
            <a:endParaRPr lang="en-IN" dirty="0"/>
          </a:p>
          <a:p>
            <a:r>
              <a:rPr lang="en-IN" dirty="0"/>
              <a:t>Metric name: </a:t>
            </a:r>
            <a:r>
              <a:rPr lang="en-IN" dirty="0" err="1"/>
              <a:t>error_count</a:t>
            </a:r>
            <a:endParaRPr lang="en-IN" dirty="0"/>
          </a:p>
          <a:p>
            <a:r>
              <a:rPr lang="en-IN" dirty="0"/>
              <a:t>Value: 1</a:t>
            </a:r>
          </a:p>
          <a:p>
            <a:pPr marL="0" indent="0">
              <a:buNone/>
            </a:pPr>
            <a:r>
              <a:rPr lang="en-US" b="1" dirty="0"/>
              <a:t>Note:</a:t>
            </a:r>
            <a:br>
              <a:rPr lang="en-US" dirty="0"/>
            </a:br>
            <a:r>
              <a:rPr lang="en-IN" dirty="0"/>
              <a:t>Metric namespace is generated after the ” </a:t>
            </a:r>
            <a:r>
              <a:rPr lang="en-IN" dirty="0" err="1"/>
              <a:t>logger.error</a:t>
            </a:r>
            <a:r>
              <a:rPr lang="en-IN" dirty="0"/>
              <a:t>(“ERROR message/ </a:t>
            </a:r>
            <a:r>
              <a:rPr lang="en-IN"/>
              <a:t>any message”)” </a:t>
            </a:r>
            <a:r>
              <a:rPr lang="en-IN" dirty="0"/>
              <a:t>runs for the first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9185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8DA-566F-74A4-34C5-2F4841A7A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3: Create Alarm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565B0-BAD6-2421-9BC1-527FFE89D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Go to: CloudWatch → Alarms → Create alarm</a:t>
            </a:r>
          </a:p>
          <a:p>
            <a:r>
              <a:rPr lang="en-IN" dirty="0"/>
              <a:t>Then:</a:t>
            </a:r>
          </a:p>
          <a:p>
            <a:r>
              <a:rPr lang="en-IN" dirty="0"/>
              <a:t>Select metric → </a:t>
            </a:r>
            <a:r>
              <a:rPr lang="en-IN" b="1" dirty="0"/>
              <a:t>Browse</a:t>
            </a:r>
            <a:r>
              <a:rPr lang="en-IN" dirty="0"/>
              <a:t> </a:t>
            </a:r>
          </a:p>
          <a:p>
            <a:r>
              <a:rPr lang="en-IN" dirty="0"/>
              <a:t>Custom Namespaces → </a:t>
            </a:r>
            <a:r>
              <a:rPr lang="en-IN" dirty="0" err="1"/>
              <a:t>ingestion_pipeline</a:t>
            </a:r>
            <a:r>
              <a:rPr lang="en-IN" dirty="0"/>
              <a:t> → </a:t>
            </a:r>
            <a:r>
              <a:rPr lang="en-IN" dirty="0" err="1"/>
              <a:t>error_count</a:t>
            </a: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922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0C4A-C478-144D-CE7F-606D0422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🔹 Step 3: Create SNS Topic</a:t>
            </a:r>
            <a:br>
              <a:rPr lang="en-IN" dirty="0"/>
            </a:b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FA1ED-673B-3F06-1F9F-8EC977EC6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During alarm setup:</a:t>
            </a:r>
            <a:br>
              <a:rPr lang="en-IN" dirty="0"/>
            </a:br>
            <a:r>
              <a:rPr lang="en-IN" dirty="0"/>
              <a:t>Create topic: ingestion-alerts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/>
              <a:t>Add Email Subscription</a:t>
            </a:r>
          </a:p>
          <a:p>
            <a:r>
              <a:rPr lang="en-IN" dirty="0"/>
              <a:t>Protocol → Email </a:t>
            </a:r>
          </a:p>
          <a:p>
            <a:r>
              <a:rPr lang="en-IN" dirty="0"/>
              <a:t>Enter your email </a:t>
            </a:r>
          </a:p>
          <a:p>
            <a:r>
              <a:rPr lang="en-IN" dirty="0"/>
              <a:t>📩 Confirm email (CRITICAL)</a:t>
            </a:r>
          </a:p>
          <a:p>
            <a:pPr marL="0" indent="0">
              <a:buNone/>
            </a:pPr>
            <a:r>
              <a:rPr lang="en-IN" dirty="0"/>
              <a:t># Can be done standalone also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76318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5291</TotalTime>
  <Words>1291</Words>
  <Application>Microsoft Macintosh PowerPoint</Application>
  <PresentationFormat>Widescreen</PresentationFormat>
  <Paragraphs>163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Neue Haas Grotesk Text Pro</vt:lpstr>
      <vt:lpstr>Helena</vt:lpstr>
      <vt:lpstr>Data Engineering using AWS</vt:lpstr>
      <vt:lpstr>Getting the Infra ready</vt:lpstr>
      <vt:lpstr>🧱 1️⃣ Local → EC2-1 (SFTP server) </vt:lpstr>
      <vt:lpstr>🧱 2️⃣ Local → EC2-2 (Ingestion server) </vt:lpstr>
      <vt:lpstr>🧱 3️⃣ Copy key.pem → EC2-2 (VERY IMPORTANT)</vt:lpstr>
      <vt:lpstr>🧱 4️⃣ Set permissions on EC2-2</vt:lpstr>
      <vt:lpstr>🧱 5️⃣ EC2-2 → EC2-1 (SSH test)</vt:lpstr>
      <vt:lpstr>🧠 Best practice (recommended)</vt:lpstr>
      <vt:lpstr>🏗️ Final connectivity</vt:lpstr>
      <vt:lpstr>Prepare SFTP data (EC2-1)</vt:lpstr>
      <vt:lpstr>Setup MySQL (EC2-2)</vt:lpstr>
      <vt:lpstr>🧱 Install Python libs (EC2-2)</vt:lpstr>
      <vt:lpstr>Create ingestion script (EC2-2)</vt:lpstr>
      <vt:lpstr>Run pipeline</vt:lpstr>
      <vt:lpstr>Verify data: Very Important Step in Data Engineering</vt:lpstr>
      <vt:lpstr>Querying through MySQL tool(Mac)</vt:lpstr>
      <vt:lpstr>🧱 STEP-BY-STEP: CloudWatch Logging Integration</vt:lpstr>
      <vt:lpstr>✅ Step 1: Install required libraries (EC2)</vt:lpstr>
      <vt:lpstr>✅ Step 2: Add logging in your Python script</vt:lpstr>
      <vt:lpstr>✅ Step 3: Create IAM Role (CRITICAL)</vt:lpstr>
      <vt:lpstr>✅ Step 4: Attach IAM Role to EC2</vt:lpstr>
      <vt:lpstr>✅ Step 5: Run the pipeline and verify the logs</vt:lpstr>
      <vt:lpstr>CloudWatch → Alarm → SNS → Email Step A: Send logs from EC2 → CloudWatch </vt:lpstr>
      <vt:lpstr>🔹 Step 2: Create Metric Filter</vt:lpstr>
      <vt:lpstr>🔹 Step 3: Create Alarm</vt:lpstr>
      <vt:lpstr>🔹 Step 3: Create SNS Topic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sabyasachi.some</dc:creator>
  <cp:lastModifiedBy>sabyasachi.some</cp:lastModifiedBy>
  <cp:revision>57</cp:revision>
  <dcterms:created xsi:type="dcterms:W3CDTF">2026-03-31T11:03:38Z</dcterms:created>
  <dcterms:modified xsi:type="dcterms:W3CDTF">2026-04-06T04:35:39Z</dcterms:modified>
</cp:coreProperties>
</file>